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6055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2.jpeg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33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457200"/>
            <a:ext cx="2926080" cy="20116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35040" y="2606040"/>
            <a:ext cx="2926080" cy="20116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45720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457200" y="457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SDL LAB PROJECT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57200" y="91440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Biker Gallery</a:t>
            </a:r>
            <a:endParaRPr lang="en-US" sz="4200" dirty="0"/>
          </a:p>
        </p:txBody>
      </p:sp>
      <p:sp>
        <p:nvSpPr>
          <p:cNvPr id="9" name="Text 5"/>
          <p:cNvSpPr/>
          <p:nvPr/>
        </p:nvSpPr>
        <p:spPr>
          <a:xfrm>
            <a:off x="457200" y="166420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Bike Rental System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457200" y="217627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Smart, Pay Less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2697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01168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Nithish, D. Padmasaran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31729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No.: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011680" y="31729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112334071, 11234072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457200" y="364845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011680" y="364845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" y="412394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011680" y="4343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Chandarsekharendra Saraswathi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viswa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mahavidyalaya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47548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8321040" cy="1005840"/>
          </a:xfrm>
          <a:prstGeom prst="rect">
            <a:avLst/>
          </a:prstGeom>
          <a:solidFill>
            <a:srgbClr val="0F2D1A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Biker Gallery – Online Bike Rental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4688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"Ride Smart, Pay Less"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926080"/>
            <a:ext cx="8321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bike rental management system for Kanchipuram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both Customers and Administrators through separate modules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booking, availability tracking, payment, and revenue reporting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using HTML, CSS, JavaScript, PHP, and MySQL on XAMPP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4434840"/>
            <a:ext cx="1920240" cy="594360"/>
          </a:xfrm>
          <a:prstGeom prst="rect">
            <a:avLst/>
          </a:prstGeom>
          <a:solidFill>
            <a:srgbClr val="112211"/>
          </a:solidFill>
          <a:ln w="127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4462272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4462272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4434840"/>
            <a:ext cx="1920240" cy="594360"/>
          </a:xfrm>
          <a:prstGeom prst="rect">
            <a:avLst/>
          </a:prstGeom>
          <a:solidFill>
            <a:srgbClr val="112211"/>
          </a:solidFill>
          <a:ln w="127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606040" y="4462272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₹22/hr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4462272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Rate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4434840"/>
            <a:ext cx="1920240" cy="594360"/>
          </a:xfrm>
          <a:prstGeom prst="rect">
            <a:avLst/>
          </a:prstGeom>
          <a:solidFill>
            <a:srgbClr val="112211"/>
          </a:solidFill>
          <a:ln w="127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09160" y="4462272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32120" y="4462272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20840" y="4434840"/>
            <a:ext cx="1920240" cy="594360"/>
          </a:xfrm>
          <a:prstGeom prst="rect">
            <a:avLst/>
          </a:prstGeom>
          <a:solidFill>
            <a:srgbClr val="112211"/>
          </a:solidFill>
          <a:ln w="127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12280" y="4462272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35240" y="4462272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Applied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TECH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Hardware Details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011680" cy="274320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5720" cy="2743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78308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(ES6)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60320" y="1325880"/>
            <a:ext cx="2011680" cy="274320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60320" y="1325880"/>
            <a:ext cx="45720" cy="2743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651760" y="1371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70048" y="178308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(Pure – no framework)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8.x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1325880"/>
            <a:ext cx="2011680" cy="274320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09160" y="1325880"/>
            <a:ext cx="45720" cy="2743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00600" y="1371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Platform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18888" y="178308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 Server 2.4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OS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Tesseract.js (OCR)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0" y="1325880"/>
            <a:ext cx="2011680" cy="274320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858000" y="1325880"/>
            <a:ext cx="45720" cy="2743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949440" y="1371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67728" y="178308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(browser hashing)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storage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auth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" y="41605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1480" y="4434840"/>
            <a:ext cx="1600200" cy="50292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11480" y="4434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i3+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03120" y="4434840"/>
            <a:ext cx="1600200" cy="50292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103120" y="4434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RAM+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94760" y="4434840"/>
            <a:ext cx="1600200" cy="50292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794760" y="4434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GB HDD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0" y="4434840"/>
            <a:ext cx="1600200" cy="50292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86400" y="4434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15" Monitor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78040" y="4434840"/>
            <a:ext cx="1600200" cy="50292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178040" y="4434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(Broadband)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PROJECT GUIDE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Details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1600" y="1444752"/>
            <a:ext cx="6400800" cy="292608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1371600" y="1371600"/>
            <a:ext cx="64008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645920" y="1600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Name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1801368"/>
            <a:ext cx="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931920" y="1600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J. Seetharaman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45920" y="2103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2304288"/>
            <a:ext cx="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931920" y="2103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45920" y="2606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0" y="2807208"/>
            <a:ext cx="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931920" y="2606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 Application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45920" y="3108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0" y="3310128"/>
            <a:ext cx="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931920" y="3108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Chandarsekharendra Saraswathi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viswa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mahavidyalaya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45920" y="3611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Year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40480" y="3813048"/>
            <a:ext cx="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931920" y="36118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INTRODUCTION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Biker Gallery?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Online Bike Rental Management System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specifically for a single rental outlet in Kanchipuram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complete rental lifecycle: browsing → booking → payment → return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two user types: Customer and Administrator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bikes ranging from 125cc commuters to premium 300cc motorcycles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booking validation, availability checking, and revenue tracking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52160" y="1188720"/>
            <a:ext cx="2926080" cy="173736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52160" y="3017520"/>
            <a:ext cx="292608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EXISTING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current system works: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bookings are recorded manually in physical registers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inquiries and confirmations are handled over phone calls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database — data scattered across notebooks and files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availability is tracked manually, leading to double-booking risks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calculations done manually without any automation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0" y="1371600"/>
            <a:ext cx="3474720" cy="731520"/>
          </a:xfrm>
          <a:prstGeom prst="rect">
            <a:avLst/>
          </a:prstGeom>
          <a:solidFill>
            <a:srgbClr val="1A1F2E"/>
          </a:solidFill>
          <a:ln w="12700">
            <a:solidFill>
              <a:srgbClr val="3D4F6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303520" y="914400"/>
            <a:ext cx="3474720" cy="45720"/>
          </a:xfrm>
          <a:prstGeom prst="rect">
            <a:avLst/>
          </a:prstGeom>
          <a:solidFill>
            <a:srgbClr val="3D4F6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40680" y="13716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Phone Call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03520" y="2267712"/>
            <a:ext cx="3474720" cy="731520"/>
          </a:xfrm>
          <a:prstGeom prst="rect">
            <a:avLst/>
          </a:prstGeom>
          <a:solidFill>
            <a:srgbClr val="1A1F2E"/>
          </a:solidFill>
          <a:ln w="12700">
            <a:solidFill>
              <a:srgbClr val="3D4F6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303520" y="914400"/>
            <a:ext cx="3474720" cy="45720"/>
          </a:xfrm>
          <a:prstGeom prst="rect">
            <a:avLst/>
          </a:prstGeom>
          <a:solidFill>
            <a:srgbClr val="3D4F6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40680" y="226771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📒  Manual Register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0" y="3163824"/>
            <a:ext cx="3474720" cy="731520"/>
          </a:xfrm>
          <a:prstGeom prst="rect">
            <a:avLst/>
          </a:prstGeom>
          <a:solidFill>
            <a:srgbClr val="1A1F2E"/>
          </a:solidFill>
          <a:ln w="12700">
            <a:solidFill>
              <a:srgbClr val="3D4F6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303520" y="914400"/>
            <a:ext cx="3474720" cy="45720"/>
          </a:xfrm>
          <a:prstGeom prst="rect">
            <a:avLst/>
          </a:prstGeom>
          <a:solidFill>
            <a:srgbClr val="3D4F6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40680" y="3163824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🤷  No Validation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03520" y="4059936"/>
            <a:ext cx="3474720" cy="731520"/>
          </a:xfrm>
          <a:prstGeom prst="rect">
            <a:avLst/>
          </a:prstGeom>
          <a:solidFill>
            <a:srgbClr val="1A1F2E"/>
          </a:solidFill>
          <a:ln w="12700">
            <a:solidFill>
              <a:srgbClr val="3D4F6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303520" y="914400"/>
            <a:ext cx="3474720" cy="45720"/>
          </a:xfrm>
          <a:prstGeom prst="rect">
            <a:avLst/>
          </a:prstGeom>
          <a:solidFill>
            <a:srgbClr val="3D4F6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40680" y="4059936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 Cash Only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DRAWBACKS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Drawbacks of Existing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114800" cy="1005840"/>
          </a:xfrm>
          <a:prstGeom prst="rect">
            <a:avLst/>
          </a:prstGeom>
          <a:solidFill>
            <a:srgbClr val="1F1015"/>
          </a:solidFill>
          <a:ln w="12700">
            <a:solidFill>
              <a:srgbClr val="5A2D2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572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customer data with no normalization or consistency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4114800" cy="1005840"/>
          </a:xfrm>
          <a:prstGeom prst="rect">
            <a:avLst/>
          </a:prstGeom>
          <a:solidFill>
            <a:srgbClr val="1F1015"/>
          </a:solidFill>
          <a:ln w="12700">
            <a:solidFill>
              <a:srgbClr val="5A2D2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4572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92040" y="1389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737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records cause conflicting booking information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514600"/>
            <a:ext cx="4114800" cy="1005840"/>
          </a:xfrm>
          <a:prstGeom prst="rect">
            <a:avLst/>
          </a:prstGeom>
          <a:solidFill>
            <a:srgbClr val="1F1015"/>
          </a:solidFill>
          <a:ln w="12700">
            <a:solidFill>
              <a:srgbClr val="5A2D2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11480" y="2514600"/>
            <a:ext cx="4572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943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Consuming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29260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Retrieving specific booking details from registers is slow and tedious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514600"/>
            <a:ext cx="4114800" cy="1005840"/>
          </a:xfrm>
          <a:prstGeom prst="rect">
            <a:avLst/>
          </a:prstGeom>
          <a:solidFill>
            <a:srgbClr val="1F1015"/>
          </a:solidFill>
          <a:ln w="12700">
            <a:solidFill>
              <a:srgbClr val="5A2D2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09160" y="2514600"/>
            <a:ext cx="4572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9204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Validation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9260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bike can be double-booked for the same date without detection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703320"/>
            <a:ext cx="4114800" cy="1005840"/>
          </a:xfrm>
          <a:prstGeom prst="rect">
            <a:avLst/>
          </a:prstGeom>
          <a:solidFill>
            <a:srgbClr val="1F1015"/>
          </a:solidFill>
          <a:ln w="12700">
            <a:solidFill>
              <a:srgbClr val="5A2D2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1480" y="3703320"/>
            <a:ext cx="4572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94360" y="37673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Tedious Maintenance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1148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updates to registers are difficult and error-prone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703320"/>
            <a:ext cx="4114800" cy="1005840"/>
          </a:xfrm>
          <a:prstGeom prst="rect">
            <a:avLst/>
          </a:prstGeom>
          <a:solidFill>
            <a:srgbClr val="1F1015"/>
          </a:solidFill>
          <a:ln w="12700">
            <a:solidFill>
              <a:srgbClr val="5A2D2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09160" y="3703320"/>
            <a:ext cx="4572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92040" y="37673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Human Resource Cost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41148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dedicated staff for data entry and tracking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PROPOSED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114800" cy="1005840"/>
          </a:xfrm>
          <a:prstGeom prst="rect">
            <a:avLst/>
          </a:prstGeom>
          <a:solidFill>
            <a:srgbClr val="0D1F12"/>
          </a:solidFill>
          <a:ln w="12700">
            <a:solidFill>
              <a:srgbClr val="2D5A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5720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Database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stored in MySQL with proper structure — no redundancy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4114800" cy="1005840"/>
          </a:xfrm>
          <a:prstGeom prst="rect">
            <a:avLst/>
          </a:prstGeom>
          <a:solidFill>
            <a:srgbClr val="0D1F12"/>
          </a:solidFill>
          <a:ln w="12700">
            <a:solidFill>
              <a:srgbClr val="2D5A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45720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92040" y="1389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Availability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737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see live bike availability; double-booking is prevented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514600"/>
            <a:ext cx="4114800" cy="1005840"/>
          </a:xfrm>
          <a:prstGeom prst="rect">
            <a:avLst/>
          </a:prstGeom>
          <a:solidFill>
            <a:srgbClr val="0D1F12"/>
          </a:solidFill>
          <a:ln w="12700">
            <a:solidFill>
              <a:srgbClr val="2D5A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11480" y="2514600"/>
            <a:ext cx="45720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943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29260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bike → pick date &amp; time slot → pay ₹2,500 deposit online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514600"/>
            <a:ext cx="4114800" cy="1005840"/>
          </a:xfrm>
          <a:prstGeom prst="rect">
            <a:avLst/>
          </a:prstGeom>
          <a:solidFill>
            <a:srgbClr val="0D1F12"/>
          </a:solidFill>
          <a:ln w="12700">
            <a:solidFill>
              <a:srgbClr val="2D5A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09160" y="2514600"/>
            <a:ext cx="45720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9204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9260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manages returns, computes GST charges, monitors revenue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703320"/>
            <a:ext cx="4114800" cy="1005840"/>
          </a:xfrm>
          <a:prstGeom prst="rect">
            <a:avLst/>
          </a:prstGeom>
          <a:solidFill>
            <a:srgbClr val="0D1F12"/>
          </a:solidFill>
          <a:ln w="12700">
            <a:solidFill>
              <a:srgbClr val="2D5A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1480" y="3703320"/>
            <a:ext cx="45720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94360" y="37673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Revenue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1148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auto-calculates base rent, 18% GST, and refund amounts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703320"/>
            <a:ext cx="4114800" cy="1005840"/>
          </a:xfrm>
          <a:prstGeom prst="rect">
            <a:avLst/>
          </a:prstGeom>
          <a:solidFill>
            <a:srgbClr val="0D1F12"/>
          </a:solidFill>
          <a:ln w="12700">
            <a:solidFill>
              <a:srgbClr val="2D5A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09160" y="3703320"/>
            <a:ext cx="45720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92040" y="37673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Manpower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41148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processes reduce reliance on manual staff effort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MODULES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 – Customer Side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743200" cy="160020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5720" cy="1600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21208" y="13898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78308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SHA-256 hashed password login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with PAN Card &amp; DL document upload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verification via Tesseract.js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validation (18+) on date of birth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743200" cy="160020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45720" cy="1600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01568" y="13898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178308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 with live bike count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navigation: Browse, Book, Contact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highlights: Rates, Maintenance, Location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1325880"/>
            <a:ext cx="2743200" cy="160020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172200" y="1325880"/>
            <a:ext cx="45720" cy="1600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81928" y="13898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81928" y="178308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bikes grouped by 125cc / 200cc / Premium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availability chip (green/red)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Specs: engine, mileage, gearbox, price/hr, price/day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063240"/>
            <a:ext cx="2743200" cy="160020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11480" y="3063240"/>
            <a:ext cx="45720" cy="1600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21208" y="31272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Ride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" y="35204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selector + personal details form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 + time slot grid (8 AM – 10 PM)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slots shown in red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 refundable deposit summary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3063240"/>
            <a:ext cx="2743200" cy="160020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91840" y="3063240"/>
            <a:ext cx="45720" cy="1600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401568" y="31272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01568" y="35204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confirmation summary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payment flow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ID generated on success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verification reminder displayed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3063240"/>
            <a:ext cx="2743200" cy="160020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172200" y="3063240"/>
            <a:ext cx="45720" cy="1600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281928" y="31272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81928" y="35204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phone, email &amp; message form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contacts table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in Admin panel under Customer Messages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MODULES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 – Admin Side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743200" cy="160020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5720" cy="1600200"/>
          </a:xfrm>
          <a:prstGeom prst="rect">
            <a:avLst/>
          </a:prstGeom>
          <a:solidFill>
            <a:srgbClr val="4F8EF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21208" y="13898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78308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via admin_login table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+ bcrypt server verification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created on successful authentication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743200" cy="160020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45720" cy="1600200"/>
          </a:xfrm>
          <a:prstGeom prst="rect">
            <a:avLst/>
          </a:prstGeom>
          <a:solidFill>
            <a:srgbClr val="4F8EF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01568" y="13898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178308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cards: Bikes Booked, Available, Revenue (excl/incl GST)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counts from database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overview at a glance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1325880"/>
            <a:ext cx="2743200" cy="160020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172200" y="1325880"/>
            <a:ext cx="45720" cy="1600200"/>
          </a:xfrm>
          <a:prstGeom prst="rect">
            <a:avLst/>
          </a:prstGeom>
          <a:solidFill>
            <a:srgbClr val="4F8EF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81928" y="13898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Bookings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81928" y="178308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bookings with status = 'active'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Available button to process returns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actual hours used on return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063240"/>
            <a:ext cx="2743200" cy="160020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11480" y="3063240"/>
            <a:ext cx="45720" cy="1600200"/>
          </a:xfrm>
          <a:prstGeom prst="rect">
            <a:avLst/>
          </a:prstGeom>
          <a:solidFill>
            <a:srgbClr val="4F8EF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21208" y="31272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History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" y="35204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returned bookings with full charge details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hours, GST, total charged, refund amount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Last 25 / All transactions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3063240"/>
            <a:ext cx="2743200" cy="160020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91840" y="3063240"/>
            <a:ext cx="45720" cy="1600200"/>
          </a:xfrm>
          <a:prstGeom prst="rect">
            <a:avLst/>
          </a:prstGeom>
          <a:solidFill>
            <a:srgbClr val="4F8EF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401568" y="31272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Reports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01568" y="35204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base revenue (excl. GST)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charged (incl. 18% GST)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active vs returned bookings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3063240"/>
            <a:ext cx="2743200" cy="160020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172200" y="3063240"/>
            <a:ext cx="45720" cy="1600200"/>
          </a:xfrm>
          <a:prstGeom prst="rect">
            <a:avLst/>
          </a:prstGeom>
          <a:solidFill>
            <a:srgbClr val="4F8EF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281928" y="31272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Messages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81928" y="35204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messages from Contact Us page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name, phone, email, and message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view for admin reference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SCREENSHOTS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Screens – Login &amp; Home Page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23360" cy="3474720"/>
          </a:xfrm>
          <a:prstGeom prst="rect">
            <a:avLst/>
          </a:prstGeom>
          <a:solidFill>
            <a:srgbClr val="080D14"/>
          </a:solidFill>
          <a:ln w="127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3017520" cy="265176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 to Biker Gallery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3317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97280" y="2542032"/>
            <a:ext cx="265176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97280" y="29718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97280" y="3182112"/>
            <a:ext cx="265176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97280" y="3749040"/>
            <a:ext cx="2651760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97280" y="3749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8280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 • bcrypt server verify • Session auth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1280160"/>
            <a:ext cx="4023360" cy="3474720"/>
          </a:xfrm>
          <a:prstGeom prst="rect">
            <a:avLst/>
          </a:prstGeom>
          <a:solidFill>
            <a:srgbClr val="080D14"/>
          </a:solidFill>
          <a:ln w="12700">
            <a:solidFill>
              <a:srgbClr val="4F8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0060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1691640"/>
            <a:ext cx="4023360" cy="365760"/>
          </a:xfrm>
          <a:prstGeom prst="rect">
            <a:avLst/>
          </a:prstGeom>
          <a:solidFill>
            <a:srgbClr val="1122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4880" y="17099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BikerGallery   Home   Menu   Book   Contact   Logout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77840" y="2148840"/>
            <a:ext cx="1645920" cy="201168"/>
          </a:xfrm>
          <a:prstGeom prst="roundRect">
            <a:avLst>
              <a:gd name="adj" fmla="val 18182"/>
            </a:avLst>
          </a:prstGeom>
          <a:solidFill>
            <a:srgbClr val="22C55E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577840" y="21488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BIKES AVAILABLE NOW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120640" y="24231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Smart,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Less</a:t>
            </a:r>
            <a:endParaRPr lang="en-US" sz="18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3200400"/>
            <a:ext cx="3657600" cy="1371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709160" y="48280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Bikes  |  ₹22/hr  |  8–10 Available  |  Kanchipuram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SCREENSHOTS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Screens – Menu &amp; Book a Ride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23360" cy="3474720"/>
          </a:xfrm>
          <a:prstGeom prst="rect">
            <a:avLst/>
          </a:prstGeom>
          <a:solidFill>
            <a:srgbClr val="080D14"/>
          </a:solidFill>
          <a:ln w="127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PAGE – BIKE FLEET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4023360" cy="274320"/>
          </a:xfrm>
          <a:prstGeom prst="rect">
            <a:avLst/>
          </a:prstGeom>
          <a:solidFill>
            <a:srgbClr val="0A1A0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7099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Bikes    125cc    200cc    Premium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20299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125CC BIKES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3474720" cy="228600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22960" y="2359152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22C55E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2359152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Available</a:t>
            </a:r>
            <a:endParaRPr lang="en-US" sz="7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2560320"/>
            <a:ext cx="3383280" cy="11887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3794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 SP 125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40690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₹20/hr  •  ₹480/day  •  Manual  •  Commuter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11480" y="48280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availability • Category filter • Specs per bike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09160" y="1280160"/>
            <a:ext cx="4023360" cy="3474720"/>
          </a:xfrm>
          <a:prstGeom prst="rect">
            <a:avLst/>
          </a:prstGeom>
          <a:solidFill>
            <a:srgbClr val="080D14"/>
          </a:solidFill>
          <a:ln w="12700">
            <a:solidFill>
              <a:srgbClr val="4F8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80060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RIDE PAGE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892040" y="1737360"/>
            <a:ext cx="3657600" cy="2697480"/>
          </a:xfrm>
          <a:prstGeom prst="rect">
            <a:avLst/>
          </a:prstGeom>
          <a:solidFill>
            <a:srgbClr val="131C28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983480" y="18105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Your Ride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74920" y="21762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 SP 125  —  ₹20/hr  ● Available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983480" y="2514600"/>
            <a:ext cx="777240" cy="274320"/>
          </a:xfrm>
          <a:prstGeom prst="rect">
            <a:avLst/>
          </a:prstGeom>
          <a:solidFill>
            <a:srgbClr val="1A2D1A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983480" y="25146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AM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5833872" y="2514600"/>
            <a:ext cx="777240" cy="274320"/>
          </a:xfrm>
          <a:prstGeom prst="rect">
            <a:avLst/>
          </a:prstGeom>
          <a:solidFill>
            <a:srgbClr val="1A2D1A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833872" y="25146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AM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6684264" y="2514600"/>
            <a:ext cx="777240" cy="274320"/>
          </a:xfrm>
          <a:prstGeom prst="rect">
            <a:avLst/>
          </a:prstGeom>
          <a:solidFill>
            <a:srgbClr val="3D1010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684264" y="25146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AM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534656" y="2514600"/>
            <a:ext cx="777240" cy="274320"/>
          </a:xfrm>
          <a:prstGeom prst="rect">
            <a:avLst/>
          </a:prstGeom>
          <a:solidFill>
            <a:srgbClr val="1A2D1A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7534656" y="25146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PM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4983480" y="2862072"/>
            <a:ext cx="777240" cy="274320"/>
          </a:xfrm>
          <a:prstGeom prst="rect">
            <a:avLst/>
          </a:prstGeom>
          <a:solidFill>
            <a:srgbClr val="1A2D1A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4983480" y="286207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PM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5833872" y="2862072"/>
            <a:ext cx="777240" cy="274320"/>
          </a:xfrm>
          <a:prstGeom prst="rect">
            <a:avLst/>
          </a:prstGeom>
          <a:solidFill>
            <a:srgbClr val="1A2D1A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833872" y="286207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PM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684264" y="2862072"/>
            <a:ext cx="777240" cy="274320"/>
          </a:xfrm>
          <a:prstGeom prst="rect">
            <a:avLst/>
          </a:prstGeom>
          <a:solidFill>
            <a:srgbClr val="1A2D1A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6684264" y="286207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PM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7534656" y="2862072"/>
            <a:ext cx="777240" cy="274320"/>
          </a:xfrm>
          <a:prstGeom prst="rect">
            <a:avLst/>
          </a:prstGeom>
          <a:solidFill>
            <a:srgbClr val="1A2D1A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7534656" y="286207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PM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983480" y="32461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Available  ● Booked  ● Your pick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074920" y="35204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Refundable Deposit:  ₹2,500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074920" y="3840480"/>
            <a:ext cx="3108960" cy="301752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5074920" y="3840480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Payment →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709160" y="48280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 • Time slots • Deposit summary • Real-time check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SCREENSHOTS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Screens – Payment &amp; Admin Dashboard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23360" cy="3474720"/>
          </a:xfrm>
          <a:prstGeom prst="rect">
            <a:avLst/>
          </a:prstGeom>
          <a:solidFill>
            <a:srgbClr val="080D14"/>
          </a:solidFill>
          <a:ln w="127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SUCCESSFUL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1810512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31C28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645920" y="1920240"/>
            <a:ext cx="457200" cy="457200"/>
          </a:xfrm>
          <a:prstGeom prst="rect">
            <a:avLst/>
          </a:prstGeom>
          <a:solidFill>
            <a:srgbClr val="0A2A0A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6459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4505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Successful!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2788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TXN#BG653581YBT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63040" y="3063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Bike: Bajaj Pulsar NS125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63040" y="33192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Saran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63040" y="357530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Paid: ₹2,500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63040" y="383133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Bring: DL • PAN • Aadhaar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48280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ID generated • Document checklist displayed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1280160"/>
            <a:ext cx="4023360" cy="3474720"/>
          </a:xfrm>
          <a:prstGeom prst="rect">
            <a:avLst/>
          </a:prstGeom>
          <a:solidFill>
            <a:srgbClr val="080D14"/>
          </a:solidFill>
          <a:ln w="12700">
            <a:solidFill>
              <a:srgbClr val="4F8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0060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755648"/>
            <a:ext cx="1828800" cy="566928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92040" y="1773936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0" y="1828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12280" y="1755648"/>
            <a:ext cx="1828800" cy="566928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58000" y="1773936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80960" y="1828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2441448"/>
            <a:ext cx="1828800" cy="566928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92040" y="2459736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15000" y="2514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12280" y="2441448"/>
            <a:ext cx="1828800" cy="566928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858000" y="2459736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80960" y="2514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3182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History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493008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596128" y="3493008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345936" y="3493008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095744" y="3493008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845552" y="3493008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46320" y="3749040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96128" y="3749040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Yamaha MT15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45936" y="3749040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095744" y="3749040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₹47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845552" y="3749040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₹2,453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46320" y="4023360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596128" y="4023360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Xtreme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45936" y="4023360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095744" y="4023360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845552" y="4023360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₹2,474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09160" y="48280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cards • Active bookings • History • GST auto-calculated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SCREENSHOTS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Fleet – Available in the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2743200" cy="1664208"/>
          </a:xfrm>
          <a:prstGeom prst="rect">
            <a:avLst/>
          </a:prstGeom>
          <a:solidFill>
            <a:srgbClr val="0D1117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44168"/>
            <a:ext cx="265176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 SP 125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2715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125cc · ₹20/hr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91840" y="1298448"/>
            <a:ext cx="2743200" cy="1664208"/>
          </a:xfrm>
          <a:prstGeom prst="rect">
            <a:avLst/>
          </a:prstGeom>
          <a:solidFill>
            <a:srgbClr val="0D1117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37560" y="1344168"/>
            <a:ext cx="2651760" cy="1097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Pulsar NS125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383280" y="2715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125cc · ₹22/hr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172200" y="1298448"/>
            <a:ext cx="2743200" cy="1664208"/>
          </a:xfrm>
          <a:prstGeom prst="rect">
            <a:avLst/>
          </a:prstGeom>
          <a:solidFill>
            <a:srgbClr val="0D1117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17920" y="1344168"/>
            <a:ext cx="2651760" cy="10972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Yamaha MT-15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263640" y="2715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200cc · ₹35/hr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3127248"/>
            <a:ext cx="2743200" cy="1664208"/>
          </a:xfrm>
          <a:prstGeom prst="rect">
            <a:avLst/>
          </a:prstGeom>
          <a:solidFill>
            <a:srgbClr val="0D1117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" y="3172968"/>
            <a:ext cx="2651760" cy="10972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0292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Pulsar NS200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02920" y="4544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200cc · ₹40/hr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291840" y="3127248"/>
            <a:ext cx="2743200" cy="1664208"/>
          </a:xfrm>
          <a:prstGeom prst="rect">
            <a:avLst/>
          </a:prstGeom>
          <a:solidFill>
            <a:srgbClr val="0D1117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337560" y="3172968"/>
            <a:ext cx="2651760" cy="10972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38328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Benelli TNT300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3383280" y="4544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· ₹60/hr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6172200" y="3127248"/>
            <a:ext cx="2743200" cy="1664208"/>
          </a:xfrm>
          <a:prstGeom prst="rect">
            <a:avLst/>
          </a:prstGeom>
          <a:solidFill>
            <a:srgbClr val="0D1117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217920" y="3172968"/>
            <a:ext cx="2651760" cy="10972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26364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 CBR300R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6263640" y="4544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· ₹65/hr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REPORTS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Generated by the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2743200" cy="356616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45720" cy="356616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21208" y="1344168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Summary Report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874520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active bookings count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returned bookings count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revenue (excluding 18% GST)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collected amount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total charged (incl. GST)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Admin Dashboard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743200" cy="356616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45720" cy="3566160"/>
          </a:xfrm>
          <a:prstGeom prst="rect">
            <a:avLst/>
          </a:prstGeom>
          <a:solidFill>
            <a:srgbClr val="4F8EF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01568" y="1344168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History Report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1874520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returned bookings listed in a table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name, phone, bike name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date, pickup time, actual hours used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rate, GST charged, total amount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paid, refund amount issued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timestamp recorded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280160"/>
            <a:ext cx="2743200" cy="356616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172200" y="1280160"/>
            <a:ext cx="45720" cy="356616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81928" y="1344168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Bookings Report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81928" y="1874520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ongoing (active) bookings at a glance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name, contact, selected bike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date and time slot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status and booking status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Available action for return processing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 from MySQL database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CONCLUSION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5943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developed a fully functional web-based bike rental system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record-keeping — all data managed through a normalized MySQL database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 browse, check availability, and book bikes without visiting the shop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gain real-time visibility into bookings, returns, and revenue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+ bcrypt security ensures safe authentication for both users and admins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GST computation and refund calculations are fully automated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is responsive, user-friendly, and designed for a real-world Kanchipuram rental shop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92240" y="914400"/>
            <a:ext cx="2468880" cy="182880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92240" y="2834640"/>
            <a:ext cx="246888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FUTURE SCOPE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for Further Development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114800" cy="1078992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5720" cy="1078992"/>
          </a:xfrm>
          <a:prstGeom prst="rect">
            <a:avLst/>
          </a:prstGeom>
          <a:solidFill>
            <a:srgbClr val="4F8EF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Online Payment Gateway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5564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Razorpay or UPI for digital ₹2,500 deposit collection — no more cash transactions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298448"/>
            <a:ext cx="4114800" cy="1078992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09160" y="1298448"/>
            <a:ext cx="45720" cy="1078992"/>
          </a:xfrm>
          <a:prstGeom prst="rect">
            <a:avLst/>
          </a:prstGeom>
          <a:solidFill>
            <a:srgbClr val="4F8EF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 (Android &amp; iOS)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75564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app for customers to browse, book, and manage rentals on the go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505456"/>
            <a:ext cx="4114800" cy="1078992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11480" y="2505456"/>
            <a:ext cx="45720" cy="1078992"/>
          </a:xfrm>
          <a:prstGeom prst="rect">
            <a:avLst/>
          </a:prstGeom>
          <a:solidFill>
            <a:srgbClr val="4F8EF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📩  SMS / WhatsApp Notifications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96265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Auto-send booking confirmation, pickup reminders, and return alerts to customer phone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505456"/>
            <a:ext cx="4114800" cy="1078992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09160" y="2505456"/>
            <a:ext cx="45720" cy="1078992"/>
          </a:xfrm>
          <a:prstGeom prst="rect">
            <a:avLst/>
          </a:prstGeom>
          <a:solidFill>
            <a:srgbClr val="4F8EF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4632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Email Verification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96265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new customer accounts via email OTP at time of registration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712464"/>
            <a:ext cx="4114800" cy="1078992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1480" y="3712464"/>
            <a:ext cx="45720" cy="1078992"/>
          </a:xfrm>
          <a:prstGeom prst="rect">
            <a:avLst/>
          </a:prstGeom>
          <a:solidFill>
            <a:srgbClr val="4F8EF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37856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Rating &amp; Review System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16966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customers to rate their rental experience and leave feedback after bike return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712464"/>
            <a:ext cx="4114800" cy="1078992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09160" y="3712464"/>
            <a:ext cx="45720" cy="1078992"/>
          </a:xfrm>
          <a:prstGeom prst="rect">
            <a:avLst/>
          </a:prstGeom>
          <a:solidFill>
            <a:srgbClr val="4F8EF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46320" y="37856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Advanced Admin Analytics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416966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charts for revenue trends, peak booking hours, and bike utilization rates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REFERENCES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Bibliography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114800" cy="713232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3624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Technologies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www.w3schools.com — HTML, CSS, JavaScript, PHP references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298448"/>
            <a:ext cx="4114800" cy="713232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46320" y="13624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Community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664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www.stackoverflow.com — Debugging and implementation support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139696"/>
            <a:ext cx="4114800" cy="713232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2037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Documentation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5054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www.php.net — Official PHP manual and function references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2139696"/>
            <a:ext cx="4114800" cy="713232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46320" y="22037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Resources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5054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www.youtube.com — Video tutorials for PHP, MySQL, and web dev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980944"/>
            <a:ext cx="4114800" cy="713232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Hosting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3467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www.github.com — Version control and project repository reference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980944"/>
            <a:ext cx="4114800" cy="713232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3467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8.x Documentation — Query syntax and schema design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822192"/>
            <a:ext cx="4114800" cy="713232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0" y="3886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187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Web Security Guidelines — Password hashing, session management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822192"/>
            <a:ext cx="4114800" cy="713232"/>
          </a:xfrm>
          <a:prstGeom prst="rect">
            <a:avLst/>
          </a:prstGeom>
          <a:solidFill>
            <a:srgbClr val="1A2332"/>
          </a:solidFill>
          <a:ln w="12700">
            <a:solidFill>
              <a:srgbClr val="2D3F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46320" y="3886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Library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4187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Tesseract.js Documentation — Browser-based OCR for document scanning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F29E9E3AE78C43B98BE2F3D73F4B5D" ma:contentTypeVersion="4" ma:contentTypeDescription="Create a new document." ma:contentTypeScope="" ma:versionID="45e75b51ba201055feedbcafb3cd541b">
  <xsd:schema xmlns:xsd="http://www.w3.org/2001/XMLSchema" xmlns:xs="http://www.w3.org/2001/XMLSchema" xmlns:p="http://schemas.microsoft.com/office/2006/metadata/properties" xmlns:ns3="81e2c059-5ad8-4337-830a-6d5b1ad75743" targetNamespace="http://schemas.microsoft.com/office/2006/metadata/properties" ma:root="true" ma:fieldsID="fbe9c1a7ff3afa8c1876ca374c752951" ns3:_="">
    <xsd:import namespace="81e2c059-5ad8-4337-830a-6d5b1ad7574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e2c059-5ad8-4337-830a-6d5b1ad7574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02C282-563B-466E-B0D4-0F214631A6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21D51B-CF6F-4D1A-8E4E-F18F62E5FC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e2c059-5ad8-4337-830a-6d5b1ad757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01471A2-A3B0-49D6-98CB-6ED3A082778B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81e2c059-5ad8-4337-830a-6d5b1ad75743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1583</Words>
  <Application>Microsoft Office PowerPoint</Application>
  <PresentationFormat>On-screen Show (16:9)</PresentationFormat>
  <Paragraphs>343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Biker Gallery – Online Bike Rental System</dc:title>
  <dc:subject>PptxGenJS Presentation</dc:subject>
  <dc:creator>PptxGenJS</dc:creator>
  <cp:lastModifiedBy>S0282895</cp:lastModifiedBy>
  <cp:revision>4</cp:revision>
  <dcterms:created xsi:type="dcterms:W3CDTF">2026-04-25T01:21:35Z</dcterms:created>
  <dcterms:modified xsi:type="dcterms:W3CDTF">2026-04-26T15:41:56Z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0x010100D0F29E9E3AE78C43B98BE2F3D73F4B5D</vt:lpwstr>
  </property>
</Properties>
</file>